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D2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機器學習 W15-W18 視覺化整合單元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W16 ｜ 維度模型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高維特徵的「降維說故事」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D2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PCA × t-SNE × Facet × 雷達圖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陳志騰(Allen)、吳佩蓉 ｜ 智慧工程學系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W16 第 1-3 堂 ｜ 3 堂 × 50 分鐘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W16 學完三件事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解決『特徵 30 個以上時, 圖表怎麼畫?』這個痛點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降維投影:PCA / t-SNE / UMAP 三派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PCA 保全局變異;t-SNE 保群聚但距離不可信;UMAP 保拓樸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小型多重圖 (Small Multiples)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Tufte:powerful underused technique。多模型用 facet 同 cmap 同 scale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多軸協調圖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平行座標 vs 雷達圖。多指標放一張圖看遍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長寬資料 melt / pivot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seaborn 多類別圖的鑰匙——這兩個動詞救你一輩子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 / 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E76F51">
                    <a:alpha val="70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§1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029200" y="21031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第一堂:費米暖身與降維直覺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 50 維資料看 1,225 張散佈圖救不了你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4663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分鐘 ｜ 費米 15 + 概念 25 + 收尾 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/ 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[費米 Q] 50 維資料兩兩散佈圖看完要多久?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在你打開 sns.pairplot 之前, 先建立對組合數的直覺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94360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Step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思考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估算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兩兩組合幾種?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C(50, 2) = 1,225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每張圖看 30 秒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10 小時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三維互動呢?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C(50, 3) = 19,600,沒救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識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解法是什麼?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不是看更多圖, 是換投影方式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謀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PCA / t-SNE 壓成 2 維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1 張圖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斷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取捨:壓縮會丟資訊, 但能看到全局結構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接受不完美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/ 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降維三派:保什麼決定怎麼選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PCA / t-SNE / UMAP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383280"/>
                <a:gridCol w="31089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方法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保什麼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sklearn API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何時用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PCA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保全局變異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PCA(n_components=2)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線性關係、看主要變異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t-SNE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保局部鄰居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TSNE(perplexity=30)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看群聚, 不要信距離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UMAP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保拓樸結構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umap.UMAP() (需另裝)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大資料、需可重現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132588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074920"/>
            <a:ext cx="109728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66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⚠️ t-SNE 群間距離 沒有意義—學生最常犯這個錯。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5852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每次用 t-SNE 都加註記:distances not preserved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/ 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Small Multiples:讓比較公平的工程紀律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Edward Tufte: A powerful and underused technique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❌ 不要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 4 個混淆矩陣的數字塞到一張表。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讀者要自己心算, 你的圖沒有完成「比較」這件事。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這樣做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plt.subplots(1, 4, sharey=True)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並排 4 個 confusion matrix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用同一個 colormap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用同一個 scale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—— sharey + 同 cmap = 公平比較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 / 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長寬資料 melt / pivot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seaborn 多類別圖的鑰匙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42062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格式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形狀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誰愛用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寬格式 (wide)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每個指標一欄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人類習慣;報表給人看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長格式 (long)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(模型, metric, value)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seaborn 必須長格式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132588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074920"/>
            <a:ext cx="109728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66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melt 把寬變長, pivot 把長變寬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5852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記住這兩個動詞, 下半輩子畫圖會省一半時間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 / 26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鷹架輔助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 #1:降維選型 + 多模型多指標視覺化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個人實作 8 分鐘 → 上傳 TronClass「W16 AI 鷹架 #1」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選型決策樹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PCA / t-SNE / UMAP 在 1000×50×3 類 怎麼選?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75378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多指標選圖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5378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模型×4 指標, 為何表格不是最佳選擇?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797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10677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 + 上傳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0677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100 字彙整 + 你的選擇貼到 TronClass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全程開放 AI 工具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👉 Allen 走動巡視, 3 分鐘抽 2 位請他說『AI 教了我什麼我原本不知道』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 / 26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E76F51">
                    <a:alpha val="70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§2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029200" y="21031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第二堂:降維與小型多重圖實作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digits 與 breast_cancer 練四個必畫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4663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分鐘 ｜ 實作 35 + 收尾 15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 / 26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軌道 A:四個必畫進階版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 W16_demo_pca_tsne_cells.py 的 Cell 1-4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029200"/>
                <a:gridCol w="44805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內容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關鍵 API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 1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PCA 2D 投影 (digits 64→2)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sklearn.decomposition.PCA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 2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PCA vs t-SNE 並排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sklearn.manifold.TSNE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 3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 模型混淆矩陣 facet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plt.subplots(1, 4, sharey=True)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Cell 4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多模型多指標雷達圖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polar projection + plt.fill</a:t>
                      </a:r>
                      <a:endParaRPr lang="en-US" sz="15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132588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074920"/>
            <a:ext cx="109728" cy="1325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66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 4 張投影片就是這 4 個 cell 的成品。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5852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看圖前先問自己:「我預期會看到什麼?」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/ 26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#1 — PCA 2D 投影 (digits 64→2)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 64 維壓成 2 維, 群聚結構還能保留嗎?</a:t>
            </a:r>
            <a:endParaRPr lang="en-US" sz="1800" dirty="0"/>
          </a:p>
        </p:txBody>
      </p:sp>
      <p:pic>
        <p:nvPicPr>
          <p:cNvPr id="5" name="Image 0" descr="/sessions/upbeat-clever-newton/mnt/Allen_Courses/ML_W15_W18/output/W16_demo/01_pca_digi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10 個類別有重疊, 但能隱約看出群聚趨勢。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標題寫 explained_variance_ratio % 是專業圖的標誌。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PCA 只保 ~29% 變異 → 看不清細節是正常的。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如果用 PCA(n_components=3) 投到 3D, 會更清楚嗎?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 / 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#2 — PCA vs t-SNE 並排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同一份資料的兩種視角</a:t>
            </a:r>
            <a:endParaRPr lang="en-US" sz="1800" dirty="0"/>
          </a:p>
        </p:txBody>
      </p:sp>
      <p:pic>
        <p:nvPicPr>
          <p:cNvPr id="5" name="Image 0" descr="/sessions/upbeat-clever-newton/mnt/Allen_Courses/ML_W15_W18/output/W16_demo/02_pca_vs_ts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t-SNE 群聚清楚很多 → 適合『看分群』。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但群間距離 不可信 — t-SNE 為了讓群內緊密, 把群間距離扭曲了。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看法:t-SNE 看誰跟誰一群, PCA 看主要變異方向。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如果你看到 t-SNE 兩群很遠, 能說它們差異很大嗎?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 / 26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#3 — 4 模型混淆矩陣 facet (惡性為 positive)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True→X 軸、Predicted→Y 軸 ｜ 公平比較需要 sharey + 同 cmap</a:t>
            </a:r>
            <a:endParaRPr lang="en-US" sz="1800" dirty="0"/>
          </a:p>
        </p:txBody>
      </p:sp>
      <p:pic>
        <p:nvPicPr>
          <p:cNvPr id="5" name="Image 0" descr="/sessions/upbeat-clever-newton/mnt/Allen_Courses/ML_W15_W18/output/W16_demo/03_facet_confu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4 個模型 accuracy 都 0.95+, 但 recall(惡) 差距才是真關鍵。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與 W15 一樣指定 pos_label=0 才能看到醫學上有意義的 recall。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sharey=True 讓你能直接比『漏判惡性的數量』(FN)。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如果各圖 colorscale 不同, 顏色深淺就騙人了。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若要選一個模型部署到醫院, 你看 acc 還是 recall(惡)?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/ 26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#4 — 多模型雷達圖 (y 軸 0.85-1.0)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把差異放大才能看到取捨</a:t>
            </a:r>
            <a:endParaRPr lang="en-US" sz="1800" dirty="0"/>
          </a:p>
        </p:txBody>
      </p:sp>
      <p:pic>
        <p:nvPicPr>
          <p:cNvPr id="5" name="Image 0" descr="/sessions/upbeat-clever-newton/mnt/Allen_Courses/ML_W15_W18/output/W16_demo/04_radar_mod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658368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463040"/>
            <a:ext cx="4416552" cy="4754880"/>
          </a:xfrm>
          <a:prstGeom prst="rect">
            <a:avLst/>
          </a:prstGeom>
          <a:solidFill>
            <a:srgbClr val="FDFAF6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463040"/>
            <a:ext cx="4416552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看出來什麼?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98080" y="21945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y 軸從 0.85 起跳 → 把細微差異放大。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把範圍寫在標題裡 = 誠實;沒寫 = 作弊。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看法:形狀越接近圓 = 各指標越均衡;尖角 = 偏科。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0" y="5440680"/>
            <a:ext cx="4416552" cy="77724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5440680"/>
            <a:ext cx="9144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54864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🤔 雷達圖最大的弱點是什麼?(提示:指標順序)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 / 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鷹架輔助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 #2:降維除錯與特徵縮放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個人實作 15 分鐘 → 上傳 TronClass「W16 AI 鷹架 #2」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PCA / t-SNE / UMAP 各 sklearn 程式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75378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除錯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5378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t-SNE 全混在一起的 3 個原因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797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10677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0677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100 字 + 你跑的 PCA/t-SNE 截圖上傳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AI 工具不限 → 配色一定用 #E76F51 / #2A9D8F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👉 Allen 抽 2 位投影看『沒做特徵縮放』的反例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 / 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E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E76F51">
                    <a:alpha val="70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§3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029200" y="210312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第三堂:多軸協調圖與 SCQA 套用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0" y="384048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為什麼把雷達圖接在 facet 後面講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46634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 分鐘 ｜ 平行/雷達 25 + SCQA 15 + 期末考預告 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 / 26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為什麼把雷達圖接在 facet 後面講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兩個工具解的是對稱的問題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Facet (上一堂)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讓多張圖共享尺度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多個物件 × 一個指標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例:4 個模型的混淆矩陣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sharey + 同 cmap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雷達圖 (本堂)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5212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讓多個指標共享一張圖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一個物件 × 多個指標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例:KNN 的 acc/prec/rec/f1/auc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polar projection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17 / 26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套用模型比較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工程思維 vs 科展思維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05256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階段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你的敘事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 情境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訓練了 4 個模型, accuracy 都在 0.95+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 衝突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SVM 雖然最準, 訓練時間是 KNN 的 7.5 倍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Q 問題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部署到 edge device, 這個成本能接受?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 答案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推薦 KNN:accuracy 只少 2%, 速度快 7.5 倍</a:t>
                      </a:r>
                      <a:endParaRPr lang="en-US" sz="16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074920"/>
            <a:ext cx="11277295" cy="868680"/>
          </a:xfrm>
          <a:prstGeom prst="rect">
            <a:avLst/>
          </a:prstGeom>
          <a:solidFill>
            <a:srgbClr val="FBE7E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5074920"/>
            <a:ext cx="109728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663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工程思維:成本/效益。不要寫『我選 accuracy 最高的』。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 / 26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365760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鷹架輔助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鷹架 #3:模型比較 SCQA 敘事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個人實作 8-10 分鐘 → 上傳 TronClass「W16 AI 鷹架 #3」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找衝突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除了 accuracy, 還有哪 2 個被忽略的衝突點?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2498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2498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75378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 SCQA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75378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300 字商業決策段落, 不要學術論文腔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91640"/>
            <a:ext cx="360669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691640"/>
            <a:ext cx="3606698" cy="1371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797" y="1965960"/>
            <a:ext cx="360669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10677" y="3246120"/>
            <a:ext cx="324093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0677" y="3886200"/>
            <a:ext cx="324093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推薦模型 + 一句理由貼到 TronClass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風格要像給工廠廠長看的決策建議書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👉 Allen 投影抽 2 位的回應, 比較哪個版本最有『下決定的力道』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 / 26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W18 期末考預告(部分公布)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下週公布實際資料集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形式:個人實作 + AI 全面開放協作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不分組、不可互相討論、不抽問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時長:W18 上午, 共 130 分鐘 (實作主體 95 分鐘)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繳交:3 個檔案 (缺一當題零分)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① Notebook (.ipynb)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② 首頁圖 (.png)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③ 簡報 (版型自由)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情境:智慧場域 ML 視覺化分析(下週公布實際資料)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 / 26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🎓 W16 學習重點與實踐建議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三件事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維度敏感度 (S, Discover 見)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4 維以下用 pairplot、5-30 用 facet、&gt;30 只能降維。寫圖前先 print X.shape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降維工具差異 (C, Define 識)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PCA 看變異, t-SNE 看群聚。t-SNE 距離沒有意義—每次都加註記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長寬資料 melt/pivot (A, Decide 斷)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seaborn 必須長格式;報表用寬格式。拿到 DataFrame:melt 還是 pivot?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21 / 26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📝 Allen 老師隨堂叮嚀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 30 維你還在 plt.scatter,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那是大一的功夫。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智工系二年級的視覺化是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「會降維、會 facet、會 melt」。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下週講敘事時, 你不會這些工具就沒得說故事——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因為故事要從「對的視角」講出來,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200" i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PCA 跟 t-SNE 就是你的兩種視角。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22 / 26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下週預告:W17 數據敘事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× 見識謀斷 + 期末考準備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SCQA × 見識謀斷:把 W15/W16 學的圖串成商業敘事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首頁圖 (Hero Chart) 七原則:期末考 20% 全在這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三層敘事:標題、圖、註記—每張都要寫齊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期末考題本與資料集 正式公布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2A9D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預習提示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把這 2 週畫的所有圖, 每張寫一個結論式標題</a:t>
            </a:r>
            <a:endParaRPr lang="en-US" sz="18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問自己:如果只能保留 1 張, 哪一張?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23 / 26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📚 W16 課堂資源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全部放在 TronClass 與 GitHub repo</a:t>
            </a:r>
            <a:endParaRPr lang="en-US" sz="1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657600"/>
                <a:gridCol w="31089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資源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en-US" sz="17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W16 講義 (HTML)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W16 公告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課後複習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W16 簡報 (PPTX)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W16 公告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本份簡報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W16_demo_pca_tsne_cells.py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GitHub repo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VS Code 跑示範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AI 鷹架 #1/#2/#3 上傳欄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TronClass W16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465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本週 3 個實作產出</a:t>
                      </a:r>
                      <a:endParaRPr lang="en-US" sz="14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24 / 26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6465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Q&amp;A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下週見 → W17 數據敘事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6F5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有問題?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(可以舉手, 也可以下課後私下問)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6492240"/>
            <a:ext cx="1127729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智工系二年級 ｜《機器學習》課程 ｜ 陳志騰(Allen)、吳佩蓉 ｜ 智慧工程學系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0" y="6565392"/>
            <a:ext cx="1218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87D8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 / 26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D2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下週見 — W17 數據敘事 + 期末考準備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2026-05-28T03:30:02Z</dcterms:created>
  <dcterms:modified xsi:type="dcterms:W3CDTF">2026-05-28T03:30:02Z</dcterms:modified>
</cp:coreProperties>
</file>