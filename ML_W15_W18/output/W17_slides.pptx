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機器學習 W15-W18 視覺化整合單元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W17 ｜ 數據敘事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把圖串成讓主管下決定的故事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× 見識謀斷 + W18 期末考準備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陳志騰(Allen)、吳佩蓉 ｜ 智慧工程學系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W17 第 1-3 堂 ｜ 下週 W18 期末考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W17 學完三件事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敘事 + 首頁圖 + 期末考完整準備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× 見識謀斷 對應到 ML 報告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S 情境 / C 衝突 / Q 問題 / A 答案 → 圖表選型對照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三層敘事節奏:標題、圖、註記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「混淆矩陣」是 figure caption;「KNN 漏判 18% 惡性」才是結論式標題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首頁圖 (Hero Chart) 設計七原則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期末考 S2 維度 20% 全在這 7 點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W18 期末考 EDA 預習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用 AI 鷹架在課堂內完成考前小抄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/ 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第一堂:SCQA × 見識謀斷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理工科系學生對「說故事」會抗拒——但沒有它, ML 報告主管讀不懂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費米 10 + 概念 30 + 收尾 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/ 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[費米 Q] 12 頁報告, 主管 30 秒讀多少?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答案決定你 90% 心力該放在哪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Step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思考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估算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 秒能看幾張圖?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平均 3-5 張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12 頁含多少圖?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通常 10-15 張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主管看的順序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首頁圖 → 結論 → 反推細節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首頁圖沒抓眼球?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後面 11 頁 = 廢紙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謀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90% 心力放在 1 張首頁圖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斷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期末考的首頁圖佔 20% 分數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/ 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× 見識謀斷 對應 ML 報告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西方顧問業 × 東方決策科學 的雙重架構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41148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SCQA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見識謀斷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ML 報告章節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圖表類型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 情境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我們有什麼資料?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KPI 卡、資料規模 bar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 衝突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資料不平衡 / 模型偏誤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Heatmap、Bullet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Q 問題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 recall 這麼低?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(敘事文字)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 謀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謀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比較了哪些模型?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Slope、Radar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 斷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斷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為什麼選這個模型?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模型卡 + Conf + Importance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/ 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三層敘事:標題、圖、註記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三層都要寫齊, 這個圖才完整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❌ 壞範例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標題:模型表現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圖:混淆矩陣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註記:(無)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讀者看完沒結論, 要自己看數字推敲。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好範例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標題:KNN 漏判 18% 惡性, 建議調整閾值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圖:混淆矩陣(FN 那格紅色強調)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註記:n=171, k=5, StandardScaler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 / 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首頁圖 (Hero Chart) 七原則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期末考 S2 維度 20% 全在這 7 點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一張圖回答一個問題 — 不要塞多個故事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結論式標題 — 標題就是結論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顏色語意一致 — 紅=壞、綠=好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 去除 chartjunk — 無 3D、無陰影、無過多格線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5. 標出關鍵點 — 用箭頭/註解直接標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6. 比較對象明確 — 沒比較對象 = 沒結論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7. 資料來源在右下 — n / split / 隨機種子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/ 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#1:SCQA 敘事自動生成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10 分鐘 → 上傳 TronClass「W17 AI 鷹架 #1」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重寫 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把情境段落改成 10 秒能讀完的開場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強化 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把衝突點轉成結論式標題 + 三層敘事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 字 + 結論式標題上傳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全程開放 AI 工具 → 風格要像給廠長看的決策建議書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投影抽 2 位, 比較哪個版本最有『下決定的力道』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/ 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第二堂:評分標準 + 資料集公布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把規則講清楚, 下週上機就照做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AI 鷹架 #2 15 + 評分 20 + 資料集 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 / 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#1 — 結論式 vs 描述式標題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True→X 軸、Predicted→Y 軸 ｜ 同一張混淆矩陣, 兩種標題, 訊息完全不同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7_demo/01_title_good_vs_b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左邊「模型表現」要讀者自己推結論。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右邊「漏判 7 個惡性、誤判 0 個健康人」直接給答案。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標題不是 figure caption, 是結論。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期末考 K2 + S2 維度都看這個。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同時複習 W15 教訓:pos_label=0 才是醫學 recall。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你 W15/W16 畫的圖, 標題是 caption 還是結論?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/ 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#2 — 完整首頁圖 (七原則齊全)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結論式標題 + annotation + 來源右下 + 比較對象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7_demo/02_hero_chart_ex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標題兩行式:結論 + 建議行動。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用顏色區分達標/未達標, 不靠標籤。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annotation 直接標出關鍵轉折點。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右下角 metadata: n / seed / 月份。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如果只有一句話跟廠長講, 你會怎麼說?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 / 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#3 — 決策閾值調整 SCQA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不用重訓模型, 動 threshold 就能換取捨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7_demo/03_threshold_adjust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同一個 KNN, 不同 threshold 給你不同 recall/precision。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這就是 SCQA 「C衝突 → A答案」的視覺化: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- C 衝突:預設 0.5 不夠安全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- A 答案:降到 0.30 換 recall=0.99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工程思維:先動旋鈕, 不要急著重訓。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你訓練好的模型, 還有哪些「旋鈕」沒動過?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 / 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#4 — W18 期末考資料集 EDA 預覽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SMT 焊接良率 3,547 筆 × 18 欄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7_demo/04_w18_exam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類別 62:38 — 輕度不平衡, 不要被高 accuracy 騙。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溫區 3 是達標關鍵閾值(245°C 上下)。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前批不良率有明顯區隔 — 歷史會說故事。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期末考要做的 EDA, 大約就是這 4 張的進階版。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看到這份預覽, 你的 SCQA 大綱大概會怎麼寫?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/ 26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期末考評分總表 (技術 25% + 視覺敘事 75%)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勝負在敘事, 不是 sklearn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72237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維度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權重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 等級條件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K1 技術正確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25%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程式無誤、模型訓練合理、評估指標完整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K2 視覺編碼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20%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FT Vocabulary 用對、配色一致、無 chartjunk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S1 四個必畫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15%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 張齊全 + 每張都有結論式標題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S2 首頁圖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20%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七原則全達 + 結論式標題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 敘事 SCQA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20%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四階段齊全 + 簡報結構一致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 / 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評分迷思澄清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你會問的 4 個問題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Q:可以用 GPT 寫程式嗎? → A:可以, 全面開放 AI 協作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Q:有沒有抽問? → A:沒有, 直接以繳交檔案評分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Q:我不寫敘事可以嗎? → A:可以拿 25 分(技術那 1/4)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Q:圖表很醜會扣多少? → A:「醜」不扣, 「亂」扣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亂 = 標籤重疊、軸沒名稱、配色刺眼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/ 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#2:圖表自評 + 首頁圖七原則檢核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15 分鐘 → 上傳 TronClass「W17 AI 鷹架 #2」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三層自評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 AI 對你的圖逐層打分(0-10)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七原則檢核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✅/❌ 清單 + 估計 S2 分數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彙整上傳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圖截圖 + 七原則清單 + 100 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拿出你 W15/W16 的 AI 鷹架產出 → 對著 AI 自評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投影抽 2-3 位的回應即時點評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 / 26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第三堂:W18 期末考 EDA 預習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考前小抄 = 課堂 AI 鷹架的彙整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流程預告 10 + AI 鷹架 #3 25 + Q&amp;A 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 / 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W18 期末考流程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130 分鐘 = 環境 15 + 實作 95 + 校驗 20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949440"/>
                <a:gridCol w="13716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時段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動作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時間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09:10 - 09:25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環境檢查 + 領題 + 讀資料卡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15 min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09:25 - 11:00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實作主體:EDA → 訓練 → 視覺化 → 敘事 → 簡報 → 上傳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95 min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11:00 - 11:20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收卷 + TA 校驗檔案完整性(不抽問)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 min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13258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74920"/>
            <a:ext cx="109728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繳交 3 個檔案缺一當題零分:.ipynb + .png + 簡報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工具全程開放, 沒有抽問, 直接以成品評分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 / 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W18 期末考資料集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smt_yield_dataset_W18.csv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情境:某 PCB 廠 SMT 焊接產線良率預測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規模:3,547 筆 × 18 欄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目標欄位:target_met (1=達標 ≥98.5%, 0=未達標)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類別分佈:62:38 — 輕度不平衡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關鍵特徵:reflow_zone3_temp / prev_batch_defect_rate / shift / supplier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📄 完整題本:final_exam_practical_brief.md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📄 文件範本:final_exam_template.md (Notebook + 簡報範本)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 / 26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#3:期末考資料集 EDA 預習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15 分鐘 → 上傳 TronClass「W17 AI 鷹架 #3」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風險掃描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資料卡 → 立刻看出 3 個風險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EDA 順序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規劃 15 分鐘必畫的 5 張圖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考前小抄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風險 + 5 張圖清單 + 100 字 上傳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這份彙整就是你期末考的考前小抄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進場前再看一遍, 前 15 分鐘的 EDA 就不會慌亂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/ 26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🎓 W17 學習重點與實踐建議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三件事 — 帶進期末考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敘事的「識」覺 (C, Define 識)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報告無衝突 = 報告無價值。先問「哪裡跟預期不一樣」, 再寫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三層敘事的紀律 (S, Skill 見)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每張圖寫齊三層。沒寫齊就刪掉, 不要交殘缺的圖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首頁圖的優先順序 (A, Decide 斷)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12 頁報告主管看 1 張。首頁圖佔 20%, 但決定剩下 80% 的可信度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21 / 26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Allen 老師隨堂叮嚀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機器學習工程師有兩種: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會跑模型的, 跟會讓人相信模型的。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前者一抓一大把, 後者畢業就被搶。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 3 週你要學的是第二種能力——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讓別人相信你跑的模型。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期末考不是考你 sklearn 多熟,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是考你能不能讓一個沒寫過程式的人,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看你的圖就做出決定。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 / 26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 W18:期末考實作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三檔缺一當題零分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形式:個人實作 + AI 全面開放協作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時間:09:10 - 11:20 (130 分鐘)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繳交三檔: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① 學號_姓名_W18Final.ipynb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② 學號_姓名_W18Hero.png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③ 學號_姓名_W18Slides.{pdf,pptx,key}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考前必做: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1. 環境跑通 (sklearn / pandas / matplotlib / seaborn)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2. 模板貼上 Notebook 開頭 (final_exam_template.md)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3. AI 鷹架 #3 彙整列印帶進考場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 / 26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📚 W17 課堂資源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657600"/>
                <a:gridCol w="28346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資源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W17 講義 (HTML)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W17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課後複習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W17 簡報 (PPTX)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W17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本份簡報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final_exam_practical_brief.md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W17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期末考完整題本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final_exam_template.md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W17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Notebook + 簡報範本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W17_demo_storytelling_cells.py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GitHub repo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本週示範程式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 / 26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下週見 → W18 期末考實作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有問題?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(這是最後機會問問題, 下週是考試)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 / 26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祝期末考順利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 3 週的目的, 就是把「讓人相信模型」變成你的本能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2026-05-28T03:30:02Z</dcterms:created>
  <dcterms:modified xsi:type="dcterms:W3CDTF">2026-05-28T03:30:02Z</dcterms:modified>
</cp:coreProperties>
</file>